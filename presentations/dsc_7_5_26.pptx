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70" r:id="rId2"/>
    <p:sldId id="260" r:id="rId3"/>
    <p:sldId id="269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5" autoAdjust="0"/>
    <p:restoredTop sz="94953" autoAdjust="0"/>
  </p:normalViewPr>
  <p:slideViewPr>
    <p:cSldViewPr snapToGrid="0" snapToObjects="1">
      <p:cViewPr varScale="1">
        <p:scale>
          <a:sx n="68" d="100"/>
          <a:sy n="68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61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41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05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14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24801"/>
            <a:ext cx="12256655" cy="69027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13335" y="2795620"/>
            <a:ext cx="495007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500" b="1" dirty="0" smtClean="0">
                <a:solidFill>
                  <a:srgbClr val="FFC000"/>
                </a:solidFill>
              </a:rPr>
              <a:t>PROJECT- Column Control</a:t>
            </a:r>
            <a:endParaRPr lang="en-IN" sz="3500" b="1" dirty="0">
              <a:solidFill>
                <a:schemeClr val="bg1"/>
              </a:solidFill>
            </a:endParaRP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378772" y="3716469"/>
            <a:ext cx="11489822" cy="3395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74957" y="6302021"/>
            <a:ext cx="371704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dirty="0" err="1" smtClean="0">
                <a:solidFill>
                  <a:srgbClr val="FFC000"/>
                </a:solidFill>
              </a:rPr>
              <a:t>Nazia</a:t>
            </a:r>
            <a:r>
              <a:rPr lang="en-IN" sz="2500" dirty="0" smtClean="0">
                <a:solidFill>
                  <a:srgbClr val="FFC000"/>
                </a:solidFill>
              </a:rPr>
              <a:t> </a:t>
            </a:r>
            <a:r>
              <a:rPr lang="en-IN" sz="2500" dirty="0" err="1" smtClean="0">
                <a:solidFill>
                  <a:srgbClr val="FFC000"/>
                </a:solidFill>
              </a:rPr>
              <a:t>Valiyakath</a:t>
            </a:r>
            <a:r>
              <a:rPr lang="en-IN" sz="2500" dirty="0" smtClean="0">
                <a:solidFill>
                  <a:srgbClr val="FFC000"/>
                </a:solidFill>
              </a:rPr>
              <a:t>, </a:t>
            </a:r>
            <a:r>
              <a:rPr lang="en-IN" sz="2500" dirty="0" err="1" smtClean="0">
                <a:solidFill>
                  <a:srgbClr val="FFC000"/>
                </a:solidFill>
              </a:rPr>
              <a:t>Akhil</a:t>
            </a:r>
            <a:r>
              <a:rPr lang="en-IN" sz="2500" dirty="0" smtClean="0">
                <a:solidFill>
                  <a:srgbClr val="FFC000"/>
                </a:solidFill>
              </a:rPr>
              <a:t> Nair</a:t>
            </a:r>
            <a:endParaRPr lang="en-IN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62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44726"/>
            <a:ext cx="12256655" cy="69027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1345" y="149986"/>
            <a:ext cx="444692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dirty="0" smtClean="0">
                <a:solidFill>
                  <a:srgbClr val="FFC000"/>
                </a:solidFill>
              </a:rPr>
              <a:t>Case </a:t>
            </a:r>
            <a:r>
              <a:rPr lang="en-IN" sz="2500" dirty="0" smtClean="0">
                <a:solidFill>
                  <a:srgbClr val="FFC000"/>
                </a:solidFill>
              </a:rPr>
              <a:t>: </a:t>
            </a:r>
            <a:r>
              <a:rPr lang="en-IN" sz="2500" dirty="0" smtClean="0">
                <a:solidFill>
                  <a:schemeClr val="bg1"/>
                </a:solidFill>
              </a:rPr>
              <a:t>Simple Distillation Column</a:t>
            </a:r>
            <a:endParaRPr lang="en-IN" sz="25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75523" y="1018633"/>
            <a:ext cx="369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Benzene – Toluene Extraction column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378773" y="627040"/>
            <a:ext cx="11489822" cy="3395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41075" y="1466993"/>
            <a:ext cx="561217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rgbClr val="FFC000"/>
                </a:solidFill>
              </a:rPr>
              <a:t>Infrastructure</a:t>
            </a:r>
            <a:r>
              <a:rPr lang="en-IN" dirty="0" smtClean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High level problem 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Continuous Data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Modelling this system purely from data w/o process 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Exploring multiple models to see what works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14464" y="3137285"/>
            <a:ext cx="56387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rgbClr val="FFC000"/>
                </a:solidFill>
              </a:rPr>
              <a:t>Goal</a:t>
            </a:r>
            <a:r>
              <a:rPr lang="en-IN" dirty="0" smtClean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Model must be able to accurately match known system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41847" y="4079542"/>
            <a:ext cx="388311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rgbClr val="FFC000"/>
                </a:solidFill>
              </a:rPr>
              <a:t>Skillsets achieved</a:t>
            </a:r>
            <a:r>
              <a:rPr lang="en-IN" dirty="0" smtClean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Data science pipeline know-how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Machine Learning skillsets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Contribution status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32" y="1428452"/>
            <a:ext cx="5159265" cy="3886200"/>
          </a:xfrm>
          <a:prstGeom prst="rect">
            <a:avLst/>
          </a:prstGeom>
        </p:spPr>
      </p:pic>
      <p:sp>
        <p:nvSpPr>
          <p:cNvPr id="74" name="Oval 73"/>
          <p:cNvSpPr/>
          <p:nvPr/>
        </p:nvSpPr>
        <p:spPr>
          <a:xfrm>
            <a:off x="2102670" y="1820942"/>
            <a:ext cx="1022270" cy="196267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Oval 74"/>
          <p:cNvSpPr/>
          <p:nvPr/>
        </p:nvSpPr>
        <p:spPr>
          <a:xfrm>
            <a:off x="4658267" y="1591592"/>
            <a:ext cx="1060159" cy="3841541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/>
          <p:cNvSpPr txBox="1"/>
          <p:nvPr/>
        </p:nvSpPr>
        <p:spPr>
          <a:xfrm>
            <a:off x="708089" y="346045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rgbClr val="C00000"/>
                </a:solidFill>
              </a:rPr>
              <a:t>inputs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783839" y="3423469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rgbClr val="C00000"/>
                </a:solidFill>
              </a:rPr>
              <a:t>outputs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07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4726"/>
            <a:ext cx="12256655" cy="69027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1345" y="149986"/>
            <a:ext cx="15562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dirty="0" smtClean="0">
                <a:solidFill>
                  <a:srgbClr val="FFC000"/>
                </a:solidFill>
              </a:rPr>
              <a:t>Next Steps</a:t>
            </a:r>
            <a:endParaRPr lang="en-IN" sz="2500" dirty="0">
              <a:solidFill>
                <a:schemeClr val="bg1"/>
              </a:solidFill>
            </a:endParaRP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378773" y="627040"/>
            <a:ext cx="11489822" cy="3395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43883" y="681737"/>
            <a:ext cx="10528917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Understanding the Data</a:t>
            </a:r>
            <a:endParaRPr lang="en-IN" sz="2000" dirty="0" smtClean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sz="2000" dirty="0" smtClean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Setting up the </a:t>
            </a:r>
            <a:r>
              <a:rPr lang="en-IN" sz="2000" dirty="0" err="1" smtClean="0">
                <a:solidFill>
                  <a:schemeClr val="bg1">
                    <a:lumMod val="95000"/>
                  </a:schemeClr>
                </a:solidFill>
              </a:rPr>
              <a:t>Modeling</a:t>
            </a:r>
            <a:endParaRPr lang="en-IN" sz="2000" dirty="0" smtClean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sz="2000" dirty="0" smtClean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Pre-processing pipeline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Exploratory Data Analysis 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Feature engineering – Low sensitivity inputs removed from model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Normalization 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z-</a:t>
            </a:r>
            <a:r>
              <a:rPr lang="en-IN" sz="2000" dirty="0" err="1" smtClean="0">
                <a:solidFill>
                  <a:schemeClr val="bg1">
                    <a:lumMod val="95000"/>
                  </a:schemeClr>
                </a:solidFill>
              </a:rPr>
              <a:t>centering</a:t>
            </a: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, min max normalization </a:t>
            </a:r>
            <a:r>
              <a:rPr lang="en-IN" sz="2000" dirty="0" err="1" smtClean="0">
                <a:solidFill>
                  <a:schemeClr val="bg1">
                    <a:lumMod val="95000"/>
                  </a:schemeClr>
                </a:solidFill>
              </a:rPr>
              <a:t>etc</a:t>
            </a:r>
            <a:endParaRPr lang="en-IN" sz="2000" dirty="0" smtClean="0">
              <a:solidFill>
                <a:schemeClr val="bg1">
                  <a:lumMod val="95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Dimensionality reduction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If possible , types to explore</a:t>
            </a:r>
            <a:endParaRPr lang="en-IN" sz="2000" dirty="0" smtClean="0">
              <a:solidFill>
                <a:schemeClr val="bg1">
                  <a:lumMod val="95000"/>
                </a:schemeClr>
              </a:solidFill>
            </a:endParaRPr>
          </a:p>
          <a:p>
            <a:endParaRPr lang="en-IN" sz="2000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4. </a:t>
            </a: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Training Pipeline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Which model?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Insert domain knowledge or not</a:t>
            </a:r>
            <a:endParaRPr lang="en-IN" sz="2000" dirty="0" smtClean="0">
              <a:solidFill>
                <a:schemeClr val="bg1">
                  <a:lumMod val="95000"/>
                </a:schemeClr>
              </a:solidFill>
            </a:endParaRPr>
          </a:p>
          <a:p>
            <a:endParaRPr lang="en-IN" sz="2000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5. </a:t>
            </a: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Validation Pipeline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Sanity checks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Metric comparison</a:t>
            </a:r>
            <a:endParaRPr lang="en-IN" sz="2000" dirty="0" smtClean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8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9940</TotalTime>
  <Words>132</Words>
  <Application>Microsoft Office PowerPoint</Application>
  <PresentationFormat>Widescreen</PresentationFormat>
  <Paragraphs>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New pc</cp:lastModifiedBy>
  <cp:revision>117</cp:revision>
  <dcterms:created xsi:type="dcterms:W3CDTF">2025-09-26T18:10:50Z</dcterms:created>
  <dcterms:modified xsi:type="dcterms:W3CDTF">2026-05-07T20:12:01Z</dcterms:modified>
</cp:coreProperties>
</file>